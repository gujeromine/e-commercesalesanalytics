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2AC"/>
    <a:srgbClr val="005A9E"/>
    <a:srgbClr val="F0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65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643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4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642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37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492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2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5602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47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037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29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74F72-D300-40AC-9376-058E83820781}" type="datetimeFigureOut">
              <a:rPr lang="pt-BR" smtClean="0"/>
              <a:t>12/07/2026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8F0DD-3529-4B7A-A918-235E692224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8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0F274D9-D5F5-B2D1-AF4C-3FDA4DF0536D}"/>
              </a:ext>
            </a:extLst>
          </p:cNvPr>
          <p:cNvSpPr/>
          <p:nvPr/>
        </p:nvSpPr>
        <p:spPr>
          <a:xfrm>
            <a:off x="0" y="0"/>
            <a:ext cx="9144000" cy="491837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37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788" dirty="0">
              <a:solidFill>
                <a:schemeClr val="bg2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46ED01C-FA2D-997E-9B60-2C12BAA8E5F8}"/>
              </a:ext>
            </a:extLst>
          </p:cNvPr>
          <p:cNvSpPr/>
          <p:nvPr/>
        </p:nvSpPr>
        <p:spPr>
          <a:xfrm>
            <a:off x="124691" y="1534393"/>
            <a:ext cx="3255818" cy="183918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BB8B8BB-0932-B3ED-E441-099C4B9D1991}"/>
              </a:ext>
            </a:extLst>
          </p:cNvPr>
          <p:cNvSpPr/>
          <p:nvPr/>
        </p:nvSpPr>
        <p:spPr>
          <a:xfrm>
            <a:off x="7065818" y="609600"/>
            <a:ext cx="1953488" cy="276398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1950E87-ED36-23F1-4DAC-726EEDB72FC7}"/>
              </a:ext>
            </a:extLst>
          </p:cNvPr>
          <p:cNvSpPr/>
          <p:nvPr/>
        </p:nvSpPr>
        <p:spPr>
          <a:xfrm>
            <a:off x="7065818" y="3609108"/>
            <a:ext cx="1953488" cy="143047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EA0D4672-6228-1422-0065-13AD4BBEF366}"/>
              </a:ext>
            </a:extLst>
          </p:cNvPr>
          <p:cNvSpPr/>
          <p:nvPr/>
        </p:nvSpPr>
        <p:spPr>
          <a:xfrm>
            <a:off x="207820" y="609599"/>
            <a:ext cx="1480704" cy="73429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1D499F83-CE20-0E55-EEF0-F3B400C3782D}"/>
              </a:ext>
            </a:extLst>
          </p:cNvPr>
          <p:cNvSpPr/>
          <p:nvPr/>
        </p:nvSpPr>
        <p:spPr>
          <a:xfrm>
            <a:off x="3591792" y="1534393"/>
            <a:ext cx="3262745" cy="1839188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812186D1-20E9-EDC3-DB94-FFC67F2392CB}"/>
              </a:ext>
            </a:extLst>
          </p:cNvPr>
          <p:cNvSpPr/>
          <p:nvPr/>
        </p:nvSpPr>
        <p:spPr>
          <a:xfrm>
            <a:off x="124691" y="3609108"/>
            <a:ext cx="6729845" cy="1430479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93F88C3-14FC-E06D-E72E-468CA4A01D49}"/>
              </a:ext>
            </a:extLst>
          </p:cNvPr>
          <p:cNvSpPr/>
          <p:nvPr/>
        </p:nvSpPr>
        <p:spPr>
          <a:xfrm>
            <a:off x="1899806" y="609599"/>
            <a:ext cx="1480704" cy="73429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5984A6E-F9F1-AD56-8DDA-7F835CA630DD}"/>
              </a:ext>
            </a:extLst>
          </p:cNvPr>
          <p:cNvSpPr/>
          <p:nvPr/>
        </p:nvSpPr>
        <p:spPr>
          <a:xfrm>
            <a:off x="3591791" y="609599"/>
            <a:ext cx="1480704" cy="73429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AC35C7F1-2E2E-B8B6-BD82-E495667F9368}"/>
              </a:ext>
            </a:extLst>
          </p:cNvPr>
          <p:cNvSpPr/>
          <p:nvPr/>
        </p:nvSpPr>
        <p:spPr>
          <a:xfrm>
            <a:off x="5283777" y="609599"/>
            <a:ext cx="1480704" cy="73429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127000" dist="50800" dir="5040000" sx="103000" sy="103000" algn="ctr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13"/>
          </a:p>
        </p:txBody>
      </p:sp>
    </p:spTree>
    <p:extLst>
      <p:ext uri="{BB962C8B-B14F-4D97-AF65-F5344CB8AC3E}">
        <p14:creationId xmlns:p14="http://schemas.microsoft.com/office/powerpoint/2010/main" val="19936672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139</TotalTime>
  <Words>0</Words>
  <Application>Microsoft Office PowerPoint</Application>
  <PresentationFormat>Apresentação na tela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Allan</dc:creator>
  <cp:lastModifiedBy>Gustavo Allan</cp:lastModifiedBy>
  <cp:revision>1</cp:revision>
  <dcterms:created xsi:type="dcterms:W3CDTF">2026-07-12T17:28:32Z</dcterms:created>
  <dcterms:modified xsi:type="dcterms:W3CDTF">2026-07-12T19:47:54Z</dcterms:modified>
</cp:coreProperties>
</file>